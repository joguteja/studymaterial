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Fira Mono Medium" panose="020F0502020204030204" pitchFamily="49" charset="0"/>
      <p:regular r:id="rId12"/>
    </p:embeddedFont>
    <p:embeddedFont>
      <p:font typeface="Schibsted Grotesk" panose="020B0604020202020204" charset="0"/>
      <p:regular r:id="rId13"/>
    </p:embeddedFont>
    <p:embeddedFont>
      <p:font typeface="Schibsted Grotesk ExtraBold" panose="020B0604020202020204" charset="0"/>
      <p:regular r:id="rId14"/>
    </p:embeddedFont>
    <p:embeddedFont>
      <p:font typeface="Schibsted Grotesk Medium" panose="020B0604020202020204" charset="0"/>
      <p:regular r:id="rId15"/>
    </p:embeddedFont>
    <p:embeddedFont>
      <p:font typeface="Schibsted Grotesk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72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3276600"/>
            <a:ext cx="8254793" cy="3469382"/>
          </a:xfrm>
          <a:prstGeom prst="roundRect">
            <a:avLst>
              <a:gd name="adj" fmla="val 988"/>
            </a:avLst>
          </a:prstGeom>
          <a:solidFill>
            <a:srgbClr val="0F3B2E"/>
          </a:solidFill>
          <a:ln/>
        </p:spPr>
      </p:sp>
      <p:sp>
        <p:nvSpPr>
          <p:cNvPr id="3" name="Text 1"/>
          <p:cNvSpPr/>
          <p:nvPr/>
        </p:nvSpPr>
        <p:spPr>
          <a:xfrm>
            <a:off x="1092173" y="3632200"/>
            <a:ext cx="805159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ACADEMIC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2173" y="3926185"/>
            <a:ext cx="744201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AI Study Material Generator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2173" y="5351959"/>
            <a:ext cx="1860404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6" name="Text 4"/>
          <p:cNvSpPr/>
          <p:nvPr/>
        </p:nvSpPr>
        <p:spPr>
          <a:xfrm>
            <a:off x="1092173" y="5636121"/>
            <a:ext cx="7442014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Generate exam-ready learning content from uploaded PDFs with Python, Streamlit, and Google Gemini AI.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59259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1353245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From PDF to personalized preparation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189" y="2192338"/>
            <a:ext cx="2819329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476500"/>
            <a:ext cx="117345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One source. Several exam-ready outputs.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571180"/>
            <a:ext cx="3606710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783" y="4485580"/>
            <a:ext cx="314952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30" dirty="0">
                <a:solidFill>
                  <a:srgbClr val="E3EEE7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Upload and extract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783" y="4952901"/>
            <a:ext cx="314952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Upload study material in PDF format and extract its text.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493" y="3228280"/>
            <a:ext cx="3606710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1087" y="4142680"/>
            <a:ext cx="314952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30" dirty="0">
                <a:solidFill>
                  <a:srgbClr val="E3EEE7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Set the learner’s need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21087" y="4610001"/>
            <a:ext cx="314952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Choose a subject, topic, difficulty level, and output format.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885380"/>
            <a:ext cx="3606710" cy="142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56391" y="3799780"/>
            <a:ext cx="314952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30" dirty="0">
                <a:solidFill>
                  <a:srgbClr val="E3EEE7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Generate on demand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8356391" y="4267101"/>
            <a:ext cx="314952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Generate notes, answers, MCQs, or revision material on demand.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1793739" y="6526510"/>
            <a:ext cx="39795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79873" cy="6885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62461" y="533400"/>
            <a:ext cx="657843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ABSTRACT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562461" y="827385"/>
            <a:ext cx="5968851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Source material becomes structured academic content.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562461" y="2784277"/>
            <a:ext cx="596885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application uses an AI-powered workflow to convert source material into structured academic content tailored to a learner’s selected topic, difficulty, and exam format.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461" y="4196338"/>
            <a:ext cx="457189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48244" y="4196358"/>
            <a:ext cx="52830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Designed for faster preparation and repeated revision.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461" y="4965879"/>
            <a:ext cx="457189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48244" y="4965898"/>
            <a:ext cx="52830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Supports beginner, intermediate, and advanced difficulty levels.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461" y="5735419"/>
            <a:ext cx="457189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8244" y="5735439"/>
            <a:ext cx="528306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Generated material can be downloaded for offline use.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1791953" y="6526510"/>
            <a:ext cx="39974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PROJECT 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51185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Requirements and objectives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428055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system turns a simple web interface into a controlled generation pipeline.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1914426"/>
            <a:ext cx="5486263" cy="2092821"/>
          </a:xfrm>
          <a:prstGeom prst="roundRect">
            <a:avLst>
              <a:gd name="adj" fmla="val 4588"/>
            </a:avLst>
          </a:prstGeom>
          <a:solidFill>
            <a:srgbClr val="F7FAF4"/>
          </a:solidFill>
          <a:ln/>
        </p:spPr>
      </p:sp>
      <p:sp>
        <p:nvSpPr>
          <p:cNvPr id="6" name="Shape 4"/>
          <p:cNvSpPr/>
          <p:nvPr/>
        </p:nvSpPr>
        <p:spPr>
          <a:xfrm>
            <a:off x="685783" y="2143026"/>
            <a:ext cx="459570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7" name="Text 5"/>
          <p:cNvSpPr/>
          <p:nvPr/>
        </p:nvSpPr>
        <p:spPr>
          <a:xfrm>
            <a:off x="800080" y="2228751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783" y="2622451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Accept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783" y="3161506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Accept PDF-based study material through a simple web interface.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8244" y="1914426"/>
            <a:ext cx="5486263" cy="2092821"/>
          </a:xfrm>
          <a:prstGeom prst="roundRect">
            <a:avLst>
              <a:gd name="adj" fmla="val 4588"/>
            </a:avLst>
          </a:prstGeom>
          <a:solidFill>
            <a:srgbClr val="F7FAF4"/>
          </a:solidFill>
          <a:ln/>
        </p:spPr>
      </p:sp>
      <p:sp>
        <p:nvSpPr>
          <p:cNvPr id="11" name="Shape 9"/>
          <p:cNvSpPr/>
          <p:nvPr/>
        </p:nvSpPr>
        <p:spPr>
          <a:xfrm>
            <a:off x="6476838" y="2143026"/>
            <a:ext cx="505209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91135" y="2228751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6838" y="2622451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Extract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76838" y="3161506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Extract usable text reliably before generation.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189" y="4312047"/>
            <a:ext cx="5486263" cy="2092821"/>
          </a:xfrm>
          <a:prstGeom prst="roundRect">
            <a:avLst>
              <a:gd name="adj" fmla="val 4588"/>
            </a:avLst>
          </a:prstGeom>
          <a:solidFill>
            <a:srgbClr val="F7FA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783" y="4540647"/>
            <a:ext cx="507491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17" name="Text 15"/>
          <p:cNvSpPr/>
          <p:nvPr/>
        </p:nvSpPr>
        <p:spPr>
          <a:xfrm>
            <a:off x="800080" y="4626372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783" y="5020072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Structure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783" y="5559127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Produce clear, exam-oriented outputs with consistent structure.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48244" y="4312047"/>
            <a:ext cx="5486263" cy="2092821"/>
          </a:xfrm>
          <a:prstGeom prst="roundRect">
            <a:avLst>
              <a:gd name="adj" fmla="val 4588"/>
            </a:avLst>
          </a:prstGeom>
          <a:solidFill>
            <a:srgbClr val="F7FA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6838" y="4540647"/>
            <a:ext cx="511460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91135" y="4626372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76838" y="5020072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Protect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76838" y="5559127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Protect the Gemini API key through environment variables.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91357" y="6526510"/>
            <a:ext cx="40033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1279" y="431800"/>
            <a:ext cx="734041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TECHNICAL FOUNDATION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851279" y="725785"/>
            <a:ext cx="680703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Software and hardware requirements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851279" y="1882676"/>
            <a:ext cx="680703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Software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851279" y="2421731"/>
            <a:ext cx="680703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Python, Streamlit, Google Gemini AI, pypdf, python-dotenv, HTML/CSS.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51279" y="3549551"/>
            <a:ext cx="680703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Runtime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51279" y="4088606"/>
            <a:ext cx="680703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Virtual environment, requirements.txt, .env file, and a modern web browser.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51279" y="5216426"/>
            <a:ext cx="680703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Hardware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851279" y="5755481"/>
            <a:ext cx="680703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basic computer capable of running Python and a browser, with internet access for Gemini API calls.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851279" y="3314601"/>
            <a:ext cx="6807030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2" name="Shape 9"/>
          <p:cNvSpPr/>
          <p:nvPr/>
        </p:nvSpPr>
        <p:spPr>
          <a:xfrm>
            <a:off x="4851279" y="4981476"/>
            <a:ext cx="6807030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3" name="Text 10"/>
          <p:cNvSpPr/>
          <p:nvPr/>
        </p:nvSpPr>
        <p:spPr>
          <a:xfrm>
            <a:off x="11789075" y="6526510"/>
            <a:ext cx="40262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Modules used in the 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134070"/>
            <a:ext cx="3606710" cy="2480965"/>
          </a:xfrm>
          <a:prstGeom prst="rect">
            <a:avLst/>
          </a:prstGeom>
          <a:solidFill>
            <a:srgbClr val="F7FAF4"/>
          </a:solidFill>
          <a:ln/>
        </p:spPr>
      </p:sp>
      <p:sp>
        <p:nvSpPr>
          <p:cNvPr id="4" name="Shape 2"/>
          <p:cNvSpPr/>
          <p:nvPr/>
        </p:nvSpPr>
        <p:spPr>
          <a:xfrm>
            <a:off x="685783" y="1362670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770315" y="1448395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783" y="1842095"/>
            <a:ext cx="314952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Input module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783" y="2381151"/>
            <a:ext cx="314952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Subject, topic, difficulty, material type, and PDF upload.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8691" y="1134070"/>
            <a:ext cx="3505112" cy="2480965"/>
          </a:xfrm>
          <a:prstGeom prst="rect">
            <a:avLst/>
          </a:prstGeom>
          <a:solidFill>
            <a:srgbClr val="F7FAF4"/>
          </a:solidFill>
          <a:ln/>
        </p:spPr>
      </p:sp>
      <p:sp>
        <p:nvSpPr>
          <p:cNvPr id="9" name="Shape 7"/>
          <p:cNvSpPr/>
          <p:nvPr/>
        </p:nvSpPr>
        <p:spPr>
          <a:xfrm>
            <a:off x="4597285" y="1362670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0" name="Text 8"/>
          <p:cNvSpPr/>
          <p:nvPr/>
        </p:nvSpPr>
        <p:spPr>
          <a:xfrm>
            <a:off x="4658998" y="1448395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7285" y="1842095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Extraction module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7285" y="2381151"/>
            <a:ext cx="304792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Reads PDF pages and combines their text.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78595" y="1134070"/>
            <a:ext cx="3555911" cy="2480965"/>
          </a:xfrm>
          <a:prstGeom prst="rect">
            <a:avLst/>
          </a:prstGeom>
          <a:solidFill>
            <a:srgbClr val="F7FA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407190" y="1362670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5" name="Text 13"/>
          <p:cNvSpPr/>
          <p:nvPr/>
        </p:nvSpPr>
        <p:spPr>
          <a:xfrm>
            <a:off x="8467712" y="1448395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07190" y="1842095"/>
            <a:ext cx="309872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Prompt module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07190" y="2381151"/>
            <a:ext cx="309872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Maps the selected output type to a structured AI prompt.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189" y="3919835"/>
            <a:ext cx="3606710" cy="2480965"/>
          </a:xfrm>
          <a:prstGeom prst="rect">
            <a:avLst/>
          </a:prstGeom>
          <a:solidFill>
            <a:srgbClr val="F7FA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783" y="4148435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20" name="Text 18"/>
          <p:cNvSpPr/>
          <p:nvPr/>
        </p:nvSpPr>
        <p:spPr>
          <a:xfrm>
            <a:off x="744320" y="4234160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783" y="4627860"/>
            <a:ext cx="314952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Generation module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5783" y="5166916"/>
            <a:ext cx="314952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Sends the prompt and extracted content to Gemini.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68691" y="3919835"/>
            <a:ext cx="7365816" cy="2480965"/>
          </a:xfrm>
          <a:prstGeom prst="rect">
            <a:avLst/>
          </a:prstGeom>
          <a:solidFill>
            <a:srgbClr val="F7FA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597285" y="4148435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25" name="Text 23"/>
          <p:cNvSpPr/>
          <p:nvPr/>
        </p:nvSpPr>
        <p:spPr>
          <a:xfrm>
            <a:off x="4655128" y="4234160"/>
            <a:ext cx="8939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97285" y="4627860"/>
            <a:ext cx="690862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Output module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97285" y="5166916"/>
            <a:ext cx="713722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Displays and downloads the generated material.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86595" y="6526510"/>
            <a:ext cx="4051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257697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USER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1551682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Application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2268538"/>
            <a:ext cx="696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2895" y="2228552"/>
            <a:ext cx="109616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Enter the subject and topic.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3034308"/>
            <a:ext cx="7439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0122" y="2994323"/>
            <a:ext cx="1091438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Select difficulty and material type.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189" y="3800078"/>
            <a:ext cx="7450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1213" y="3760093"/>
            <a:ext cx="1091329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Upload the PDF and extract its text.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189" y="4565848"/>
            <a:ext cx="7492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479" y="4525863"/>
            <a:ext cx="1090902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Create a focused prompt from the selections.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189" y="5331619"/>
            <a:ext cx="7472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3495" y="5291634"/>
            <a:ext cx="1091101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Generate, review, and download the study material.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189" y="2759373"/>
            <a:ext cx="1127731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189" y="3525143"/>
            <a:ext cx="1127731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189" y="4290913"/>
            <a:ext cx="1127731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89" y="5056684"/>
            <a:ext cx="1127731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8" name="Text 16"/>
          <p:cNvSpPr/>
          <p:nvPr/>
        </p:nvSpPr>
        <p:spPr>
          <a:xfrm>
            <a:off x="11804156" y="6526510"/>
            <a:ext cx="38753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1480641"/>
            <a:ext cx="71880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BEYOND THE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3387" y="1774627"/>
            <a:ext cx="6781630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Real-world applications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2451477"/>
            <a:ext cx="457189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170" y="2451497"/>
            <a:ext cx="609584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Students can turn lecture notes and textbooks into quick revision packs.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3221018"/>
            <a:ext cx="457189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9170" y="3221038"/>
            <a:ext cx="609584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Teachers can create practice questions and differentiated learning material.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3990558"/>
            <a:ext cx="457189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9170" y="3990578"/>
            <a:ext cx="609584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Coaching centers can produce exam-specific notes at multiple difficulty levels.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4760099"/>
            <a:ext cx="457189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19170" y="4760119"/>
            <a:ext cx="609584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Self-learners can convert long PDFs into focused summaries and MCQs.</a:t>
            </a:r>
            <a:endParaRPr lang="en-US" sz="1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721407" y="0"/>
            <a:ext cx="4470288" cy="6858000"/>
          </a:xfrm>
          <a:prstGeom prst="roundRect">
            <a:avLst>
              <a:gd name="adj" fmla="val 3409"/>
            </a:avLst>
          </a:prstGeom>
          <a:solidFill>
            <a:srgbClr val="000000">
              <a:alpha val="35000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217879" y="6526510"/>
            <a:ext cx="7943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51185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428055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Proposed extensions can widen the input formats, strengthen trust, and deepen revision.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1914426"/>
            <a:ext cx="5562461" cy="2166938"/>
          </a:xfrm>
          <a:prstGeom prst="roundRect">
            <a:avLst>
              <a:gd name="adj" fmla="val 4431"/>
            </a:avLst>
          </a:prstGeom>
          <a:noFill/>
          <a:ln w="25399">
            <a:solidFill>
              <a:srgbClr val="4773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1182" y="2168426"/>
            <a:ext cx="459570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7" name="Text 5"/>
          <p:cNvSpPr/>
          <p:nvPr/>
        </p:nvSpPr>
        <p:spPr>
          <a:xfrm>
            <a:off x="825479" y="2254151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1182" y="2647851"/>
            <a:ext cx="50544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Broader inputs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82" y="3186906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support for DOCX, PPTX, scanned PDFs, and multilingual content.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046" y="1914426"/>
            <a:ext cx="5562461" cy="2166938"/>
          </a:xfrm>
          <a:prstGeom prst="roundRect">
            <a:avLst>
              <a:gd name="adj" fmla="val 4431"/>
            </a:avLst>
          </a:prstGeom>
          <a:noFill/>
          <a:ln w="25399">
            <a:solidFill>
              <a:srgbClr val="4773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6039" y="2168426"/>
            <a:ext cx="505209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336" y="2254151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6039" y="2647851"/>
            <a:ext cx="50544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Personal history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26039" y="3186906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Introduce user accounts, saved history, and personalized progress tracking.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189" y="4233763"/>
            <a:ext cx="5562461" cy="2167037"/>
          </a:xfrm>
          <a:prstGeom prst="roundRect">
            <a:avLst>
              <a:gd name="adj" fmla="val 4430"/>
            </a:avLst>
          </a:prstGeom>
          <a:noFill/>
          <a:ln w="25399">
            <a:solidFill>
              <a:srgbClr val="4773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182" y="4487763"/>
            <a:ext cx="507491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17" name="Text 15"/>
          <p:cNvSpPr/>
          <p:nvPr/>
        </p:nvSpPr>
        <p:spPr>
          <a:xfrm>
            <a:off x="825479" y="4573488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1182" y="4967188"/>
            <a:ext cx="50544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More reliable answers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1182" y="5506244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citation-aware answers, feedback loops, and hallucination checks.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72046" y="4233763"/>
            <a:ext cx="5562461" cy="2167037"/>
          </a:xfrm>
          <a:prstGeom prst="roundRect">
            <a:avLst>
              <a:gd name="adj" fmla="val 4430"/>
            </a:avLst>
          </a:prstGeom>
          <a:noFill/>
          <a:ln w="25399">
            <a:solidFill>
              <a:srgbClr val="4773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6039" y="4487763"/>
            <a:ext cx="511460" cy="400050"/>
          </a:xfrm>
          <a:prstGeom prst="roundRect">
            <a:avLst>
              <a:gd name="adj" fmla="val 23999"/>
            </a:avLst>
          </a:prstGeom>
          <a:solidFill>
            <a:srgbClr val="C5E3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40336" y="4573488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26039" y="4967188"/>
            <a:ext cx="50544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Richer revision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26039" y="5506244"/>
            <a:ext cx="50544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Offer quizzes, spaced-repetition flashcards, voice input, and mobile access.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86595" y="6526510"/>
            <a:ext cx="4051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Widescreen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Fira Mono Medium</vt:lpstr>
      <vt:lpstr>Schibsted Grotesk ExtraBold</vt:lpstr>
      <vt:lpstr>Schibsted Grotesk Medium</vt:lpstr>
      <vt:lpstr>Schibsted Grotesk</vt:lpstr>
      <vt:lpstr>Arial</vt:lpstr>
      <vt:lpstr>Schibsted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...Nevergive up</dc:creator>
  <cp:lastModifiedBy>Hareesh Marupala</cp:lastModifiedBy>
  <cp:revision>2</cp:revision>
  <dcterms:created xsi:type="dcterms:W3CDTF">2026-10-06T06:31:54Z</dcterms:created>
  <dcterms:modified xsi:type="dcterms:W3CDTF">2026-10-06T06:35:39Z</dcterms:modified>
</cp:coreProperties>
</file>